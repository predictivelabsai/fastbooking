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FastBooking</a:t>
            </a:r>
            <a:br/>
            <a:r>
              <a:t>Platform Guide</a:t>
            </a:r>
          </a:p>
          <a:p>
            <a:pPr>
              <a:defRPr sz="1800">
                <a:solidFill>
                  <a:srgbClr val="F97316"/>
                </a:solidFill>
              </a:defRPr>
            </a:pPr>
            <a:r>
              <a:t>2026-08-19  •  https://booking.fastsme.com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FastBooking is a multi-tenant recreation, booking, and commerce platform for sport and aquatic facilities, restaurants, hotels, private clinics, and ticketed events. Tenant administrators enable only the product modules they 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Every facility, programme and member. In one place.</a:t>
            </a:r>
          </a:p>
        </p:txBody>
      </p:sp>
      <p:pic>
        <p:nvPicPr>
          <p:cNvPr id="3" name="Picture 2" descr="01-every-facility-programme-and-member-in-one-place.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SPORT &amp; RECREATION OPERATIONS Every facility, programme and member. In one place. Run aquatic programmes, memberships, casual access and bookable community spaces through one multi-facility platform—backed by simple customer self-service. View the product tour</a:t>
            </a:r>
          </a:p>
          <a:p>
            <a:pPr>
              <a:defRPr sz="900">
                <a:solidFill>
                  <a:srgbClr val="F97316"/>
                </a:solidFill>
              </a:defRPr>
            </a:pPr>
            <a:r>
              <a:t>https://booking.fastsme.com/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One booking platform. Every kind of visit.</a:t>
            </a:r>
          </a:p>
        </p:txBody>
      </p:sp>
      <p:pic>
        <p:nvPicPr>
          <p:cNvPr id="3" name="Picture 2" descr="02-one-booking-platform-every-kind-of-visit.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COMPLETE CAPABILITY MAP One booking platform. Every kind of visit. FastBooking combines purpose-built customer journeys with a shared, tenant-scoped operating model for teams running complex services. Aquatics and programmes Plan the full participant journey,</a:t>
            </a:r>
          </a:p>
          <a:p>
            <a:pPr>
              <a:defRPr sz="900">
                <a:solidFill>
                  <a:srgbClr val="F97316"/>
                </a:solidFill>
              </a:defRPr>
            </a:pPr>
            <a:r>
              <a:t>https://booking.fastsme.com/features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520395662%3A1787122632805850&amp;access_type=online&amp;client_id=887059023987-2a7spj1m82eivobdbt1itb3cqca6tpt1.apps.googleusercontent.com&amp;o2v=2&amp;prompt=select_account&amp;redirect_uri=https%3A%2F%2Fbooking.fastsme.com%2Fauth%2Fgoogle%2Fcallback&amp;response_type=code&amp;scope=openid+email+profile&amp;service=lso&amp;state=GLsv4MzA3lhuT_cZrGZjV5XZUH4BR3azYVor3T-tTBU&amp;flowName=GeneralOAuthLite&amp;continue=https%3A%2F%2Faccounts.google.com%2Fsignin%2Foauth%2Flegacy%2Fconsent%3Fauthuser%3Dunknown%26part%3DAJi8hAOYHbyDn9YY02zJvCRxhMXzXADSfZERaafXHJqSCp2OpvWGzg7N8JiqnfFw78_CHocWTODloNt1sxcKmNpiGhyPy__qPROYQKDGKIcZojU2x5d5czyYV8aD4IMwDO0TenebBdXph_tOYSR0daeR7PF98u6F3lv38gP4eLqNEyZRa1mgc9csQxBZZfWXmBNliwXo9dKuig5s6LIoegOn7VDDk_LAJNGUJGenSicXna9Go_7zbMUw-_kSjtzuRcT_y7EKRtCy_yoaMBVVy2lsRoNqhZ9vP9fCZQP8vOOIRblhV5S9aJS2dTqA8qSD2GB_oBSCyZH93BWX2xWHe537EFtsJavwvCGV7pVQj6XKOrrpWqt6GgKVXGRutDrfCObCfNwuhwQ0Iwe6Bc21lzb7W7iicfdME2jbEqIUjd4NojUUHmbOOv1px-zxlZlGdv66fUOEk9ac2J95L6IX2t9WhNrCDwJIhw%26flowName%3DGeneralOAuthFlow%26as%3DS520395662%253A1787122632805850%26client_id%3D887059023987-2a7spj1m82eivobdbt1itb3cqca6tpt1.apps.googleusercontent.com%23&amp;app_domain=https%3A%2F%2Fbooking.fastsme.com&amp;rart=ANgoxcfqxJKmCC426PeZx-VkeYbkhrcpobgqzEmJ_bDxW1PH4YJLQwPg2a1yUp5kCKEULLii4gTLMwk2TBKLbkeC8IYY-bled1rzIb7ZI-Pp52fV0UG_B_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See the booking operation as one connected service.</a:t>
            </a:r>
          </a:p>
        </p:txBody>
      </p:sp>
      <p:pic>
        <p:nvPicPr>
          <p:cNvPr id="3" name="Picture 2" descr="04-see-the-booking-operation-as-one-connected-serv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PRODUCT TOUR See the booking operation as one connected service. The walkthrough moves from the public product story into customer journeys and the operational admin view. FastBooking platform walkthrough 01 Live operations See bookings, programmes, visits and</a:t>
            </a:r>
          </a:p>
          <a:p>
            <a:pPr>
              <a:defRPr sz="900">
                <a:solidFill>
                  <a:srgbClr val="F97316"/>
                </a:solidFill>
              </a:defRPr>
            </a:pPr>
            <a:r>
              <a:t>https://booking.fastsme.com/tour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